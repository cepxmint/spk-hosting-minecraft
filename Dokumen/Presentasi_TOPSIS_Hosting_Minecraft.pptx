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LAPORAN PERHITUNGAN TOPSIS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DDDFF"/>
                </a:solidFill>
              </a:defRPr>
            </a:pPr>
            <a:r>
              <a:t>Rekomendasi Platform Hosting Server Minecraft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1. Studi Kasus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2. Dataset &amp; Kriteria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3. Metode TOPSIS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4. Langkah Perhitungan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5. Hasil Ranking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6. Kesimpulan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STUDI KASUS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Memilih platform hosting server Minecraft yang optimal berdasarkan enam kriteria:</a:t>
            </a:r>
            <a:br/>
            <a:br/>
            <a:r>
              <a:t>- Harga (USD/bulan)</a:t>
            </a:r>
            <a:br/>
            <a:r>
              <a:t>- RAM (GB)</a:t>
            </a:r>
            <a:br/>
            <a:r>
              <a:t>- Storage (GB)</a:t>
            </a:r>
            <a:br/>
            <a:r>
              <a:t>- Slot Pemain</a:t>
            </a:r>
            <a:br/>
            <a:r>
              <a:t>- Uptime (%)</a:t>
            </a:r>
            <a:br/>
            <a:r>
              <a:t>- vCPU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Total Alternatif: 72 baris | Total Platform: 22 | Total Kriteria: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Harga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Slot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Uptime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Nodecraft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Lite4GB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99.9%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GGServers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99.9%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ScalaCube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Minefort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Godlike.host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$64.99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METODE TOPSIS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Langkah-langkah TOPSIS:</a:t>
            </a:r>
            <a:br/>
            <a:br/>
            <a:r>
              <a:t>1. Normalisasi matriks keputusan</a:t>
            </a:r>
            <a:br/>
            <a:r>
              <a:t>2. Normalisasi terbobot</a:t>
            </a:r>
            <a:br/>
            <a:r>
              <a:t>3. Menentukan solusi ideal positif &amp; negatif</a:t>
            </a:r>
            <a:br/>
            <a:r>
              <a:t>4. Menghitung jarak Euclidean</a:t>
            </a:r>
            <a:br/>
            <a:r>
              <a:t>5. Menghitung nilai preferensi</a:t>
            </a:r>
            <a:br/>
            <a:r>
              <a:t>6. Meranking alternatif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HASIL RANKING (TOP 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Ranking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Alternatif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Nilai V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Hostinger - Panel8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0.809643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TERBAIK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Godlike.host - Elite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0.613575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Hostinger - Panel4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0.593367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Sparked Host - Elite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0.544196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PebbleHost - Elite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0.544178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Berdasarkan perhitungan TOPSIS dengan bobot Harga=0.20, RAM=0.20, Storage=0.10, Slot=0.10, Uptime=0.25, vCPU=0.15,</a:t>
            </a:r>
            <a:br/>
            <a:br/>
            <a:r>
              <a:t>Alternatif terbaik: Hostinger - Panel8</a:t>
            </a:r>
            <a:br/>
            <a:r>
              <a:t>Nilai Preferensi V = 0.809643</a:t>
            </a:r>
            <a:br/>
            <a:br/>
            <a:r>
              <a:t>Hostinger unggul karena menawarkan rasio harga/GB terbaik serta storage yang besar.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