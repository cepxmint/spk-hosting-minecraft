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FF"/>
                </a:solidFill>
              </a:defRPr>
            </a:pPr>
            <a:r>
              <a:t>SISTEM PENDUKUNG KEPUTUSAN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REKOMENDASI PLATFORM</a:t>
            </a:r>
            <a:br/>
            <a:r>
              <a:t>HOSTING SERVER MINECRAFT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DDDFF"/>
                </a:solidFill>
              </a:defRPr>
            </a:pPr>
            <a:r>
              <a:t>Metode TOPSIS — 72 Alternatif | 6 Kriteria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FF"/>
                </a:solidFill>
              </a:defRPr>
            </a:pPr>
            <a:r>
              <a:t>Disusun oleh: Affandi Rahman Hakim — 23080960114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A56DB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600200"/>
            <a:ext cx="27432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Latar Belakang &amp; Studi Kasus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A56DB"/>
                </a:solidFill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286000"/>
            <a:ext cx="27432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Dataset &amp; Statistik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A56DB"/>
                </a:solidFill>
              </a:defRPr>
            </a:pPr>
            <a: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971800"/>
            <a:ext cx="27432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Kriteria &amp; Pembobotan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A56DB"/>
                </a:solidFill>
              </a:defRPr>
            </a:pPr>
            <a: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657600"/>
            <a:ext cx="27432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Sekilas Metode TOPSIS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A56DB"/>
                </a:solidFill>
              </a:defRPr>
            </a:pPr>
            <a: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4343400"/>
            <a:ext cx="27432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Langkah Perhitungan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A56DB"/>
                </a:solidFill>
              </a:defRPr>
            </a:pPr>
            <a: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5029200"/>
            <a:ext cx="27432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4892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Hasil &amp; Analisis 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A56DB"/>
                </a:solidFill>
              </a:defRPr>
            </a:pPr>
            <a: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5715000"/>
            <a:ext cx="27432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Kesimpulan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LATAR BELAKANG &amp; STUDI KASUS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Memilih platform hosting server Minecraft itu ribet! Ada banyak penyedia dengan harga, spesifikasi, dan kualitas yang berbeda-beda. Susah mana yang paling worth it.</a:t>
            </a:r>
            <a:br/>
            <a:br/>
            <a:r>
              <a:t>Anggap aja kayak milih kosan:</a:t>
            </a:r>
            <a:br/>
            <a:r>
              <a:t>  Harga = biaya sewa bulanan</a:t>
            </a:r>
            <a:br/>
            <a:r>
              <a:t>  RAM = luas kamar (makin gede makin lega)</a:t>
            </a:r>
            <a:br/>
            <a:r>
              <a:t>  Storage = ukuran lemari (nyimpen barang)</a:t>
            </a:r>
            <a:br/>
            <a:r>
              <a:t>  Slot Pemain = jumlah tamu yang bisa nginep</a:t>
            </a:r>
            <a:br/>
            <a:r>
              <a:t>  Uptime = keamanan &amp; kenyamanan (jarang trouble)</a:t>
            </a:r>
            <a:br/>
            <a:r>
              <a:t>  vCPU = kecepatan WiFi</a:t>
            </a:r>
            <a:br/>
            <a:br/>
            <a:r>
              <a:t>Mana kosan terbaik? Biar ga pusing, kita pake TOPSIS!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Data diambil dari 22 platform hosting (72 tier plan) yang diverifikasi langsung dari website resmi dan artikel perbandingan pihak ketiga.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DATASET &amp; STATISTIK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320040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Alternatif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188720"/>
            <a:ext cx="320040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20040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Kriteria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43200"/>
            <a:ext cx="320040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$0 - $80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Rentang Harga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743200"/>
            <a:ext cx="320040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1 - 32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Rentang 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743200"/>
            <a:ext cx="320040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834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99 - 100%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Rentang Uptime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14400" y="4572000"/>
          <a:ext cx="1005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Harga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RAM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Aternos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 GB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Minefort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 GB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Server.pro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 GB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FalixNodes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 GB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ScalaCube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 b="0"/>
                      </a:pPr>
                      <a: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 GB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KRITERIA &amp; PEMBOBOTAN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Kriteria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Jenis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Bobot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Harga (USD/mo)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Makin murah makin baik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RAM (GB)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Makin besar makin baik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Storage (GB)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Makin besar makin baik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Slot Pemain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Makin banyak makin baik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Uptime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Makin tinggi makin baik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Makin banyak makin baik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Uptime dapat bobot tertinggi (0.25) karena server yang sering down bakal bikin pengalaman main jadi ga enak. Harga dan RAM sama-sama penting (0.20) — biaya harus terjangkau tapi spek harus oke.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SEKILAS METODE TOPSIS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</a:defRPr>
            </a:pPr>
            <a:r>
              <a:t>TOPSIS = Technique for Order Preference by Similarity to Ideal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Gampangnya: TOPSIS milih alternatif terbaik berdasarkan seberapa dekat dia sama solusi ideal.</a:t>
            </a:r>
            <a:br/>
            <a:br/>
            <a:r>
              <a:t>Biar lebih gampang — anggap aja kayak lomba lari:</a:t>
            </a:r>
            <a:br/>
            <a:br/>
            <a:r>
              <a:t>- Solusi Ideal Positif (A+) = pelari tercepat yang jadi acuan</a:t>
            </a:r>
            <a:br/>
            <a:r>
              <a:t>- Solusi Ideal Negatif (A-) = pelari paling lambat (males banget)</a:t>
            </a:r>
            <a:br/>
            <a:r>
              <a:t>- Alternatif bagus = yang jaraknya paling dekat ke pelari tercepat,</a:t>
            </a:r>
            <a:br/>
            <a:r>
              <a:t>  dan paling jauh dari pelari paling lambat</a:t>
            </a:r>
            <a:br/>
            <a:br/>
            <a:r>
              <a:t>TOPSIS ngitung jarak tiap alternatif ke dua titik itu, terus ngasih nilai preferensi. Makin tinggi nilainya (mendekati 1), makin bagus alternatifnya.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LANGKAH PERHITUNGAN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18872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Langkah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Nama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Penjelasan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Step 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1. Normalisasi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Menyamakan skala semua kriteria biar adil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Step 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2. Normalisasi Terbobot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Kaliin hasil normalisasi dengan bobot masing-masing kriteria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Step 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3. Solusi Ideal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Cari nilai terbaik (A+) dan terburuk (A-) tiap kriteria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Step 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4. Jarak Euclidean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Hitung jarak tiap alternatif ke A+ dan A-</a:t>
                      </a:r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Step 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5. Preferensi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Hitung nilai V = D- / (D+ + D-), makin tinggi makin baik</a:t>
                      </a:r>
                    </a:p>
                  </a:txBody>
                  <a:tcPr anchor="ctr"/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Step 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/>
                      </a:pPr>
                      <a:r>
                        <a:t>6.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Urutkan dari V tertinggi ke terendah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Detail perhitungan lengkap ada di laporan DOCX.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HASIL RANKING (TOP 10)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Harga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RAM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vCPU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Nilai V</a:t>
                      </a:r>
                    </a:p>
                  </a:txBody>
                  <a:tcPr anchor="ctr">
                    <a:solidFill>
                      <a:srgbClr val="1A56DB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t>Hostinger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Panel8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$27.99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32 GB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400 GB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0.809643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Godlike.host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Elite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$64.99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32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320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0.613575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Hostinger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Panel4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$13.99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200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0.593367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Sparked 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Elite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$24.00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0.544196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PebbleHost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Elite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$24.00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0.544178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ScalaCube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XL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$79.99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32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200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0.504362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BisectHosting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Premium16GB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$35.99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0.493246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Sparked 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Pro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$12.00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0.475952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PebbleHost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Pro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$12.00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80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0.475933</a:t>
                      </a:r>
                    </a:p>
                  </a:txBody>
                  <a:tcPr anchor="ctr"/>
                </a:tc>
              </a:tr>
              <a:tr h="482140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Shockbyte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/>
                      </a:pPr>
                      <a:r>
                        <a:t>Titan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$40.00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160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0.475350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ANALISIS HASIL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2D2D"/>
                </a:solidFill>
              </a:defRPr>
            </a:pPr>
            <a:r>
              <a:t>Juara: Hostinger — Panel8</a:t>
            </a:r>
            <a:br/>
            <a:r>
              <a:t>Dengan nilai V = 0.809643 (jauh di atas pesaing)</a:t>
            </a:r>
            <a:br/>
            <a:br/>
            <a:r>
              <a:t>Hostinger unggul telak karena:</a:t>
            </a:r>
            <a:br/>
            <a:r>
              <a:t>  Harga per GB paling murah — $27.99 dapet 32 GB RAM + 400 GB storage</a:t>
            </a:r>
            <a:br/>
            <a:r>
              <a:t>  Dibanding Godlike.host (posisi 2) yang $64.99 untuk spek mirip</a:t>
            </a:r>
            <a:br/>
            <a:r>
              <a:t>  Hostinger 2x lebih murah dengan nilai hampir sama!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Menariknya, tier 4-16 GB Hostinger (Panel4, Panel2, Panel1) juga masuk top 10. Ini karena harga promo mereka sangat agresif dibanding kompetitor dengan spek setara.</a:t>
            </a:r>
            <a:br/>
            <a:br/>
            <a:r>
              <a:t>Hosting gratis (Aternos, Minefort, dll) ada di peringkat bawah karena RAM kecil (1-2 GB) dan uptime ga terjamin.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577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Catatan: Hostinger menawarkan promo diskon besar untuk pembelian tahunan. Harga reguler mungkin berbeda. Selalu cek website resmi untuk harga terkini.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931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Berdasarkan perhitungan TOPSIS pada 72 alternatif dari 22 platform hosting, alternatif terbaik adalah</a:t>
            </a:r>
            <a:br/>
            <a:br/>
            <a:r>
              <a:t>Hostinger — Panel8</a:t>
            </a:r>
            <a:br/>
            <a:r>
              <a:t>dengan nilai preferensi V = 0.809643</a:t>
            </a:r>
            <a:br/>
            <a:br/>
            <a:r>
              <a:t>Hostinger menawarkan nilai terbaik dengan harga $27.99/bulan untuk 32 GB RAM dan 400 GB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FF"/>
                </a:solidFill>
              </a:defRPr>
            </a:pPr>
            <a:r>
              <a:t>Terima Kasih  |  Sistem Pendukung Keputusan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